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Stop, Verify, or Explore?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State-Aware Value-of-Compute Routing for Autoregressive LLM Reasoning</a:t>
            </a:r>
          </a:p>
          <a:p>
            <a:r>
              <a:t>GSM8K · Qwen2.5-1.5B / 3B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Reasoning problems require different test-time compute.</a:t>
            </a:r>
          </a:p>
          <a:p>
            <a:pPr/>
            <a:r>
              <a:t>Always using extra compute increases token cost even when not needed.</a:t>
            </a:r>
          </a:p>
          <a:p>
            <a:pPr/>
            <a:r>
              <a:t>Can routing from initial reasoning state improve accuracy–cost tradeoff?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One-Step Post-Hoc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Generate an initial reasoning trace and answer.</a:t>
            </a:r>
          </a:p>
          <a:p>
            <a:pPr/>
            <a:r>
              <a:t>Choose exactly one action: STOP, VERIFY, or SC-3.</a:t>
            </a:r>
          </a:p>
          <a:p>
            <a:pPr/>
            <a:r>
              <a:t>STOP keeps initial answer, VERIFY re-solves, SC-3 votes across 3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and Utility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Utility = correct(action) − λ × normalized_cost(action).</a:t>
            </a:r>
          </a:p>
          <a:p>
            <a:pPr/>
            <a:r>
              <a:t>Oracle selects the best action per example using full rollout outcomes.</a:t>
            </a:r>
          </a:p>
          <a:p>
            <a:pPr/>
            <a:r>
              <a:t>Oracle sets an upper bound for learned controllers.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Learned 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Features: question length, numeric tokens, trace length, initial answer, etc.</a:t>
            </a:r>
          </a:p>
          <a:p>
            <a:pPr/>
            <a:r>
              <a:t>Oracle-action classifiers: LogisticRegression + RandomForest.</a:t>
            </a:r>
          </a:p>
          <a:p>
            <a:pPr/>
            <a:r>
              <a:t>Value predictor estimates accuracy and token cost for each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Result: Accuracy vs Average Token Cost</a:t>
            </a:r>
          </a:p>
        </p:txBody>
      </p:sp>
      <p:pic>
        <p:nvPicPr>
          <p:cNvPr id="3" name="Picture 2" descr="accuracy_vs_toke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7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Oracle routing achieves the best accuracy with much lower token cost than Always VERIFY.</a:t>
            </a:r>
          </a:p>
          <a:p>
            <a:r>
              <a:t>Calibrated Random Forest also recovers a large portion of the oracle gain.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Implementation: Rollout Script</a:t>
            </a:r>
          </a:p>
        </p:txBody>
      </p:sp>
      <p:pic>
        <p:nvPicPr>
          <p:cNvPr id="3" name="Picture 2" descr="run_rollouts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script performs initial reasoning, VERIFY, and SC-3 generation for each GSM8K example.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Only GSM8K dataset was evaluated.</a:t>
            </a:r>
          </a:p>
          <a:p>
            <a:pPr/>
            <a:r>
              <a:t>3B experiments were limited to 100 examples.</a:t>
            </a:r>
          </a:p>
          <a:p>
            <a:pPr/>
            <a:r>
              <a:t>Entropy/confidence features remain unimplemented.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Adaptive routing improves accuracy–compute tradeoff.</a:t>
            </a:r>
          </a:p>
          <a:p>
            <a:pPr/>
            <a:r>
              <a:t>Oracle demonstrates a strong value-of-compute signal.</a:t>
            </a:r>
          </a:p>
          <a:p>
            <a:pPr/>
            <a:r>
              <a:t>Learned controllers recover part of the gain, especially Random Forest.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